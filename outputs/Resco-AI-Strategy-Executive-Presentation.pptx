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Resco AI Innovation Strategy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 Growth with AI-Powered Development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Strategic Initiatives: MCP Server + AI Vibe Studio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9144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developer tool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AI hallucinations in Resco development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€37.5K Year 1 investment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AI Vibe Studio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ready: THIS WEEK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91440" cy="3474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Vibe Studio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app builder at vibe.resco.net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→ working mobile apps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€185-285K Year 1 investment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2-3x customer acquisition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timeline: 6 months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Growth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Skill Barrier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Resco Woodford is powerful but has a steep learning curve. New prospects from Microsoft, Salesforce, and ServiceNow ecosystems can't easily adopt Resco.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7432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⏱️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Time-to-Market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Resco apps requires manual configuration with hours-to-days per iteration. No live preview capability.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27432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Pressure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vibe.powerapps.com and Salesforce MAGE are already live with AI-assisted development. Window to act: 6-12 months.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Server: Foundation Layer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AI assistants (Claude, Copilot, ChatGPT) direct access to: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Resco JSBridge documentation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Dataverse schemas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troubleshooting tools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4114800" cy="54864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Zero AI hallucinations when building Resco apps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27432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€37.5K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projects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063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~160 users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37490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ready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Vibe Studio: Customer Acquisition Engine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only AI app builder that works offline, with any CRM backend"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508760" y="2194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vibe.resco.net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free credits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setup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194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→ AI generates complete mobile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preview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0920" y="2194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6092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to device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Auto-refresh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to production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Microsoft vibe.powerapps.com (Microsoft-only) or Salesforce MAGE (Salesforce-only)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Resco works with Dataverse + Salesforce + ServiceNow + more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Market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~10,000+ firms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D365, Salesforce, ServiceNow partners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743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need offline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service orgs requiring offline-first mobile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(Yr 1)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42-84 new entries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2-3x current baseline (realistic estimate)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20116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dual-stream: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 Vibe Studio subscription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$70-100/month with included AI credits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(PRIMARY): Resco licenses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$10/user/month when apps go to production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Per-project value: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users × $10/mo × 24 months = $4,800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 &amp; Financial Outlook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Investment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Server: €37.5K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FTE × 3 months build + maintenance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Vibe Studio: €185-285K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FTE × 6 months + LLM costs + infrastructure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€222-322K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Returns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120640" y="20116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(Realistic):</a:t>
            </a:r>
            <a:endParaRPr lang="en-US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€44-103K revenue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phase, foundation built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2-3 Target: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→ profitability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2-3x customer acquisition rate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Value: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 ~10K implementation firms currently blocked by Woodford learning curve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Position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Resco Vibe Studio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Power Apps Vibe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Salesforce MAGE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 app generation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🔜 6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Live now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 Preview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Offline-first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✅ Native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 Limited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 SDK-level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Multi-backend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✅ D365+SF+SN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 MS 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 SF 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Field service focus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✅ Core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 One of many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 One of many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Price/user/month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$10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$10-20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Varies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Competitive Advantage: Offline-first + Multi-backend + Field-service-specific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46634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to act: 6-12 months before Microsoft/Salesforce close the gap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Management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HIGH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Quality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code must work on first try for users who can't debug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19456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library + MCP context layer + dedicated prompt engineering (1 FTE)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HIGH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Timing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Microsoft/Salesforce already shipping. 6-12 month window.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3017520"/>
            <a:ext cx="219456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3200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market + multi-backend moat (Microsoft/SF will never support competitors)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1887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MEDIUM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Adoption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prospects must discover and convert via vibe.resco.net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3017520"/>
            <a:ext cx="219456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200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funnel tracking + marketing budget + guided deployment wizard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08660" y="1463040"/>
            <a:ext cx="0" cy="59436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280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launch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consultants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708660" y="2148840"/>
            <a:ext cx="0" cy="59436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Studio MVP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prototype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Dataverse + ServiceNow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" y="2834640"/>
            <a:ext cx="0" cy="59436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Beta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 real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time-to-first-app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" y="3520440"/>
            <a:ext cx="0" cy="59436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1440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4-5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Beta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partners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waitlist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137160" cy="137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vibe.resco.net live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600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Resco license revenue attributable to Vibe Studio users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Targets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registrations at vibe.resco.net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active users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Time-to-first-app &lt; 1 hour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success rate &gt; 70%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Targets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2926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registrations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paid subscribers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production deployments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$24K ARR in Resco licenses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Vibe Studio delivers on its promise, it becomes Resco's primary growth engine.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265176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multi-backend + offline-first + AI combination directly addresses why Resco loses deals today: complexity and platform lock-in perception.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8016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Expansion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 ~10K firms blocked by Woodford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02336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Defense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Microsoft/Salesforce AI capabilities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6656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2-3x customer acquisition rate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Immediate Next Steps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WEEK: Launch MCP Server beta with 15 consultants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2 WEEKS: Go/no-go decision based on beta adoption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1: Begin AI Vibe Studio MVP development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6: Public launch at vibe.resco.net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window: 6-12 months before competition closes the gap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Resco AI Innovation Strategy</dc:title>
  <dc:subject>PptxGenJS Presentation</dc:subject>
  <dc:creator>Resco</dc:creator>
  <cp:lastModifiedBy>Resco</cp:lastModifiedBy>
  <cp:revision>1</cp:revision>
  <dcterms:created xsi:type="dcterms:W3CDTF">2026-02-08T12:39:13Z</dcterms:created>
  <dcterms:modified xsi:type="dcterms:W3CDTF">2026-02-08T12:39:13Z</dcterms:modified>
</cp:coreProperties>
</file>